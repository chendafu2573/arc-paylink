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b113aa3884484f" /><Relationship Type="http://schemas.openxmlformats.org/officeDocument/2006/relationships/extended-properties" Target="/docProps/app.xml" Id="R48dc7ec549354867" /><Relationship Type="http://schemas.openxmlformats.org/officeDocument/2006/relationships/officeDocument" Target="/ppt/presentation.xml" Id="R5fe1eff5125341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d711c6be144832"/>
  </p:sldMasterIdLst>
  <p:notesMasterIdLst>
    <p:notesMasterId xmlns:r="http://schemas.openxmlformats.org/officeDocument/2006/relationships" r:id="Raec56f053e4c4d93"/>
  </p:notesMasterIdLst>
  <p:sldIdLst>
    <p:sldId xmlns:r="http://schemas.openxmlformats.org/officeDocument/2006/relationships" id="256" r:id="Rea1ac547fdbc45e6"/>
    <p:sldId xmlns:r="http://schemas.openxmlformats.org/officeDocument/2006/relationships" id="257" r:id="Rd0dfaa5720364b90"/>
    <p:sldId xmlns:r="http://schemas.openxmlformats.org/officeDocument/2006/relationships" id="258" r:id="R46ef70d5d9c84765"/>
    <p:sldId xmlns:r="http://schemas.openxmlformats.org/officeDocument/2006/relationships" id="259" r:id="R386234b5ebab40c3"/>
    <p:sldId xmlns:r="http://schemas.openxmlformats.org/officeDocument/2006/relationships" id="260" r:id="R67fef0aae7d84858"/>
    <p:sldId xmlns:r="http://schemas.openxmlformats.org/officeDocument/2006/relationships" id="261" r:id="R2708ba7af7464f7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86417511264f76" /><Relationship Type="http://schemas.openxmlformats.org/officeDocument/2006/relationships/slideMaster" Target="/ppt/slideMasters/slideMaster1.xml" Id="R19d711c6be144832" /><Relationship Type="http://schemas.openxmlformats.org/officeDocument/2006/relationships/notesMaster" Target="/ppt/notesMasters/notesMaster1.xml" Id="Raec56f053e4c4d93" /><Relationship Type="http://schemas.openxmlformats.org/officeDocument/2006/relationships/presProps" Target="/ppt/presProps.xml" Id="R387a2f5abef94f87" /><Relationship Type="http://schemas.openxmlformats.org/officeDocument/2006/relationships/tableStyles" Target="/ppt/tableStyles.xml" Id="R0b9fa260a76f444a" /><Relationship Type="http://schemas.openxmlformats.org/officeDocument/2006/relationships/slide" Target="/ppt/slides/slide1.xml" Id="Rea1ac547fdbc45e6" /><Relationship Type="http://schemas.openxmlformats.org/officeDocument/2006/relationships/slide" Target="/ppt/slides/slide2.xml" Id="Rd0dfaa5720364b90" /><Relationship Type="http://schemas.openxmlformats.org/officeDocument/2006/relationships/slide" Target="/ppt/slides/slide3.xml" Id="R46ef70d5d9c84765" /><Relationship Type="http://schemas.openxmlformats.org/officeDocument/2006/relationships/slide" Target="/ppt/slides/slide4.xml" Id="R386234b5ebab40c3" /><Relationship Type="http://schemas.openxmlformats.org/officeDocument/2006/relationships/slide" Target="/ppt/slides/slide5.xml" Id="R67fef0aae7d84858" /><Relationship Type="http://schemas.openxmlformats.org/officeDocument/2006/relationships/slide" Target="/ppt/slides/slide6.xml" Id="R2708ba7af7464f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65bd2a4e5f43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2f68692afa4da3" /><Relationship Type="http://schemas.openxmlformats.org/officeDocument/2006/relationships/notesMaster" Target="/ppt/notesMasters/notesMaster1.xml" Id="Re9e7996a17924e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1274bf724f4080" /><Relationship Type="http://schemas.openxmlformats.org/officeDocument/2006/relationships/notesMaster" Target="/ppt/notesMasters/notesMaster1.xml" Id="Rb21fda45fe1b45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59e597df454463" /><Relationship Type="http://schemas.openxmlformats.org/officeDocument/2006/relationships/notesMaster" Target="/ppt/notesMasters/notesMaster1.xml" Id="R57b7ce860d6347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a97e3bbad54728" /><Relationship Type="http://schemas.openxmlformats.org/officeDocument/2006/relationships/notesMaster" Target="/ppt/notesMasters/notesMaster1.xml" Id="Re340c5b2fae445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c7af49a0e2488a" /><Relationship Type="http://schemas.openxmlformats.org/officeDocument/2006/relationships/notesMaster" Target="/ppt/notesMasters/notesMaster1.xml" Id="Ra909751518e642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2d09b798cd47c4" /><Relationship Type="http://schemas.openxmlformats.org/officeDocument/2006/relationships/notesMaster" Target="/ppt/notesMasters/notesMaster1.xml" Id="Rf802978b512c4c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eaf92815745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d7025cd4c34ab2" /><Relationship Type="http://schemas.openxmlformats.org/officeDocument/2006/relationships/slideLayout" Target="/ppt/slideLayouts/slideLayout1.xml" Id="R84bf3db6fee04c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bf3db6fee04c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0c45662c043e0" /><Relationship Type="http://schemas.openxmlformats.org/officeDocument/2006/relationships/notesSlide" Target="/ppt/notesSlides/notesSlide1.xml" Id="R484c24d8c5fd48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8dc88c2614f6e" /><Relationship Type="http://schemas.openxmlformats.org/officeDocument/2006/relationships/notesSlide" Target="/ppt/notesSlides/notesSlide2.xml" Id="Rc252623aa17147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af583f6f94055" /><Relationship Type="http://schemas.openxmlformats.org/officeDocument/2006/relationships/notesSlide" Target="/ppt/notesSlides/notesSlide3.xml" Id="Rf75814546ec04f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b41de72724135" /><Relationship Type="http://schemas.openxmlformats.org/officeDocument/2006/relationships/notesSlide" Target="/ppt/notesSlides/notesSlide4.xml" Id="R55ba23409f404d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c04c9f7074d72" /><Relationship Type="http://schemas.openxmlformats.org/officeDocument/2006/relationships/notesSlide" Target="/ppt/notesSlides/notesSlide5.xml" Id="R3e7f15decaec4a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4a196fbee4bb4" /><Relationship Type="http://schemas.openxmlformats.org/officeDocument/2006/relationships/notesSlide" Target="/ppt/notesSlides/notesSlide6.xml" Id="R61df5b7b9d9041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CE348-BF08-4266-9192-E3F83AED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ARC AGENTIC ECONOMY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264EA-19B5-4AA0-A2AF-0C89B5C7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9906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Arc Paylink</a:t>
            </a:r>
          </a:p>
          <a:p xmlns:a="http://schemas.openxmlformats.org/drawingml/2006/main">
            <a:pPr>
              <a:buNone/>
              <a:defRPr sz="540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Verifiable autonomous USDC settlement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A0942-49D4-4BA1-AA11-F4C4BD84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An Arc agent can identify itself, enforce policy, settle work and pay for machine-readable proof.</a:t>
            </a:r>
          </a:p>
        </p:txBody>
      </p:sp>
    </p:spTree>
    <p:extLst>
      <p:ext uri="{BB962C8B-B14F-4D97-AF65-F5344CB8AC3E}">
        <p14:creationId xmlns:p14="http://schemas.microsoft.com/office/powerpoint/2010/main" val="20519202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FA1DF-A3C5-439D-8B63-767A5872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Autonomous payments need more than a wallet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C9041-E31B-40EA-9E09-6A434BBC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008CE-DF10-472C-BDD9-79ADD1A1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524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Identity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D4859-DD39-4215-B1EC-013DFAD8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Who paid, which policy governed it, and what agent can be held accountable?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83B6C-6DD6-4C30-AEA5-3521CE4C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81250"/>
            <a:ext cx="3524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BE81C-95E2-44B9-9423-49952DEE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90875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Can an agent spend without exceeding recipient, amount, time and replay limits?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EE38E-8128-43B7-83DB-C464D85A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524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501BC-7E30-407C-90FE-0B06FD1A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90875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Did the job settle, and can another machine verify the result before paying?</a:t>
            </a:r>
          </a:p>
        </p:txBody>
      </p:sp>
    </p:spTree>
    <p:extLst>
      <p:ext uri="{BB962C8B-B14F-4D97-AF65-F5344CB8AC3E}">
        <p14:creationId xmlns:p14="http://schemas.microsoft.com/office/powerpoint/2010/main" val="1969273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A6DEE-A205-40B6-B404-F59A61DB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One agent closes the work-to-payment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0BBB6-3FEE-4B30-966E-A96AD5D3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02743-A12B-4864-9D64-7EC08168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110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57644-C2AE-4B5B-92A6-87B3BA22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FFB41-7A2C-4D21-B779-6E29DB1E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69944-8573-4532-94C6-E20D923D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ERC-8004 Agent #851241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BCE90-FC06-412D-B4EB-283EE157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29BEB-C93D-4374-A14F-CB29991C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623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Settle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B9180-D7B9-4EF8-ABEB-BBC697AE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815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ERC-8183 Job #158446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B715C-6EAC-44ED-A6D7-289F8D8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297F5-9C34-4453-82B9-FC83C0C7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623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Verify + pay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97E90-B4C5-429D-82AE-B160951C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815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x402 signal for 0.01 USDC</a:t>
            </a:r>
          </a:p>
        </p:txBody>
      </p:sp>
    </p:spTree>
    <p:extLst>
      <p:ext uri="{BB962C8B-B14F-4D97-AF65-F5344CB8AC3E}">
        <p14:creationId xmlns:p14="http://schemas.microsoft.com/office/powerpoint/2010/main" val="11400280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5964D-DDAD-46F7-913E-12406B26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Arc and Circle make the autonomous loop composable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26CA3-D690-4639-AE44-EA78D2B8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753AC-8348-4C6E-87FA-863E44DD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857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Policy Vault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0E6B9-EFA3-4273-8257-366B3616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Arc contracts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89924-4FF9-4DE7-AC13-4A802D64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38375"/>
            <a:ext cx="2857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Circle Gateway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AB61E-9FFC-4B97-92E2-E3DC180E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Caps spend + blocks replay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91F01-1B3F-401D-BE9A-C8E63900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Identity + job settlement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986F0-29B2-4E18-AD93-DACE876F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Gasless x402 nanopayment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18639-1473-41D8-AA23-0BA3D521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USDC is the budget, escrow asset, payout and machine-payment currency.</a:t>
            </a:r>
          </a:p>
        </p:txBody>
      </p:sp>
    </p:spTree>
    <p:extLst>
      <p:ext uri="{BB962C8B-B14F-4D97-AF65-F5344CB8AC3E}">
        <p14:creationId xmlns:p14="http://schemas.microsoft.com/office/powerpoint/2010/main" val="12897431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8065F-B7C7-48B4-9893-07FDCD26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Every critical claim already has public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299B3-8D8F-4416-9613-973CBAB3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E5B8F-E398-4327-9C4B-338607F4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24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851241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FDA34-A9C8-453D-A144-DDBD51B1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ERC-8004 agent identity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36C1C-36D4-4F56-8D1B-5AACB065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57500"/>
            <a:ext cx="3524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158446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90468-207B-47D9-94E0-1EF7B905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386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ERC-8183 job completed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B30E6-C541-4977-B704-656D6D3E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3524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$0.01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EA12E-DDBB-47DF-B3EF-D366D14B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386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x402 paid · HTTP 200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0F05C-B991-478E-AFA5-BE934C5B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Arc Testnet  •  public app  •  source  •  transactions  •  JSON proof</a:t>
            </a:r>
          </a:p>
        </p:txBody>
      </p:sp>
    </p:spTree>
    <p:extLst>
      <p:ext uri="{BB962C8B-B14F-4D97-AF65-F5344CB8AC3E}">
        <p14:creationId xmlns:p14="http://schemas.microsoft.com/office/powerpoint/2010/main" val="1732026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C8FF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052D4-C1C6-4F83-8FF6-43FEFCF3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THE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7997E-0974-4AC6-AA92-46B77477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477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A bounded agent can turn</a:t>
            </a:r>
          </a:p>
          <a:p xmlns:a="http://schemas.openxmlformats.org/drawingml/2006/main">
            <a:pPr>
              <a:buNone/>
              <a:defRPr sz="510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verified work into USDC settlement.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644BD-9CF9-4C0A-B13B-66BE712D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Live  13-212-95-171.sslip.io</a:t>
            </a:r>
          </a:p>
          <a:p xmlns:a="http://schemas.openxmlformats.org/drawingml/2006/main">
            <a:pPr>
              <a:buNone/>
              <a:defRPr sz="18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Source  github.com/chendafu2573/arc-paylink</a:t>
            </a:r>
          </a:p>
        </p:txBody>
      </p:sp>
    </p:spTree>
    <p:extLst>
      <p:ext uri="{BB962C8B-B14F-4D97-AF65-F5344CB8AC3E}">
        <p14:creationId xmlns:p14="http://schemas.microsoft.com/office/powerpoint/2010/main" val="284425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2026-07-16T19:06:53.4860000Z</dcterms:created>
  <dcterms:modified xsi:type="dcterms:W3CDTF">2026-07-16T19:06:53.4860000Z</dcterms:modified>
</coreProperties>
</file>