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2745761f994415" /><Relationship Type="http://schemas.openxmlformats.org/officeDocument/2006/relationships/extended-properties" Target="/docProps/app.xml" Id="Rdfab9ab55e224e98" /><Relationship Type="http://schemas.openxmlformats.org/officeDocument/2006/relationships/officeDocument" Target="/ppt/presentation.xml" Id="Rd67f0351eeae44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b3eada15c74013"/>
  </p:sldMasterIdLst>
  <p:notesMasterIdLst>
    <p:notesMasterId xmlns:r="http://schemas.openxmlformats.org/officeDocument/2006/relationships" r:id="R5b8118aa70b4461a"/>
  </p:notesMasterIdLst>
  <p:sldIdLst>
    <p:sldId xmlns:r="http://schemas.openxmlformats.org/officeDocument/2006/relationships" id="256" r:id="R29adb7f0d88545bb"/>
    <p:sldId xmlns:r="http://schemas.openxmlformats.org/officeDocument/2006/relationships" id="257" r:id="Rd8f704d049d2472c"/>
    <p:sldId xmlns:r="http://schemas.openxmlformats.org/officeDocument/2006/relationships" id="258" r:id="Rab4e5f4e9f2645b1"/>
    <p:sldId xmlns:r="http://schemas.openxmlformats.org/officeDocument/2006/relationships" id="259" r:id="R92b11f27ea1f4462"/>
    <p:sldId xmlns:r="http://schemas.openxmlformats.org/officeDocument/2006/relationships" id="260" r:id="R05e2ec8f8db94616"/>
    <p:sldId xmlns:r="http://schemas.openxmlformats.org/officeDocument/2006/relationships" id="261" r:id="Rcb516b9bb0b7470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f5ad9f8f094d0b" /><Relationship Type="http://schemas.openxmlformats.org/officeDocument/2006/relationships/slideMaster" Target="/ppt/slideMasters/slideMaster1.xml" Id="R31b3eada15c74013" /><Relationship Type="http://schemas.openxmlformats.org/officeDocument/2006/relationships/notesMaster" Target="/ppt/notesMasters/notesMaster1.xml" Id="R5b8118aa70b4461a" /><Relationship Type="http://schemas.openxmlformats.org/officeDocument/2006/relationships/presProps" Target="/ppt/presProps.xml" Id="R921d6af3d8a847ec" /><Relationship Type="http://schemas.openxmlformats.org/officeDocument/2006/relationships/tableStyles" Target="/ppt/tableStyles.xml" Id="Rd62c3f5e46c04c88" /><Relationship Type="http://schemas.openxmlformats.org/officeDocument/2006/relationships/slide" Target="/ppt/slides/slide1.xml" Id="R29adb7f0d88545bb" /><Relationship Type="http://schemas.openxmlformats.org/officeDocument/2006/relationships/slide" Target="/ppt/slides/slide2.xml" Id="Rd8f704d049d2472c" /><Relationship Type="http://schemas.openxmlformats.org/officeDocument/2006/relationships/slide" Target="/ppt/slides/slide3.xml" Id="Rab4e5f4e9f2645b1" /><Relationship Type="http://schemas.openxmlformats.org/officeDocument/2006/relationships/slide" Target="/ppt/slides/slide4.xml" Id="R92b11f27ea1f4462" /><Relationship Type="http://schemas.openxmlformats.org/officeDocument/2006/relationships/slide" Target="/ppt/slides/slide5.xml" Id="R05e2ec8f8db94616" /><Relationship Type="http://schemas.openxmlformats.org/officeDocument/2006/relationships/slide" Target="/ppt/slides/slide6.xml" Id="Rcb516b9bb0b747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f689e78320945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358f0390774188" /><Relationship Type="http://schemas.openxmlformats.org/officeDocument/2006/relationships/notesMaster" Target="/ppt/notesMasters/notesMaster1.xml" Id="R7aa59c027da8477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2ba2cc7597440b" /><Relationship Type="http://schemas.openxmlformats.org/officeDocument/2006/relationships/notesMaster" Target="/ppt/notesMasters/notesMaster1.xml" Id="Rfd6ff3cf7dbc45a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81ceca10544752" /><Relationship Type="http://schemas.openxmlformats.org/officeDocument/2006/relationships/notesMaster" Target="/ppt/notesMasters/notesMaster1.xml" Id="R791d5109646b46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1cf7a9eb22446e1" /><Relationship Type="http://schemas.openxmlformats.org/officeDocument/2006/relationships/notesMaster" Target="/ppt/notesMasters/notesMaster1.xml" Id="Re0779609f5d644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4fa74466ac45ec" /><Relationship Type="http://schemas.openxmlformats.org/officeDocument/2006/relationships/notesMaster" Target="/ppt/notesMasters/notesMaster1.xml" Id="R886fccf7ad94412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705309e1d34e21" /><Relationship Type="http://schemas.openxmlformats.org/officeDocument/2006/relationships/notesMaster" Target="/ppt/notesMasters/notesMaster1.xml" Id="R36ca59d1beb744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e5dcdb32fc49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b4700785f74c48" /><Relationship Type="http://schemas.openxmlformats.org/officeDocument/2006/relationships/slideLayout" Target="/ppt/slideLayouts/slideLayout1.xml" Id="R854c1acff5ae445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4c1acff5ae445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d505868bf04db4" /><Relationship Type="http://schemas.openxmlformats.org/officeDocument/2006/relationships/notesSlide" Target="/ppt/notesSlides/notesSlide1.xml" Id="Re352e446a6e44d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81645d8054aa9" /><Relationship Type="http://schemas.openxmlformats.org/officeDocument/2006/relationships/notesSlide" Target="/ppt/notesSlides/notesSlide2.xml" Id="R0b4fdd0ef8c24b2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629ee0852443b7" /><Relationship Type="http://schemas.openxmlformats.org/officeDocument/2006/relationships/notesSlide" Target="/ppt/notesSlides/notesSlide3.xml" Id="R91bc6a614aea49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4648f4469c4794" /><Relationship Type="http://schemas.openxmlformats.org/officeDocument/2006/relationships/notesSlide" Target="/ppt/notesSlides/notesSlide4.xml" Id="R9eade63097604e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b0c177c0e4c01" /><Relationship Type="http://schemas.openxmlformats.org/officeDocument/2006/relationships/notesSlide" Target="/ppt/notesSlides/notesSlide5.xml" Id="R45a6e1bdc31f4c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d31a3da7f74cdb" /><Relationship Type="http://schemas.openxmlformats.org/officeDocument/2006/relationships/notesSlide" Target="/ppt/notesSlides/notesSlide6.xml" Id="Rca704e7653ae49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FCE348-BF08-4266-9192-E3F83AED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ARC PROGRAMMABLE MONEY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2264EA-19B5-4AA0-A2AF-0C89B5C78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66875"/>
            <a:ext cx="9906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Arc Paylink</a:t>
            </a:r>
          </a:p>
          <a:p xmlns:a="http://schemas.openxmlformats.org/drawingml/2006/main">
            <a:pPr>
              <a:defRPr sz="54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Programmable USDC invoices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2A0942-49D4-4BA1-AA11-F4C4BD84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Direct settlement or delivery-protected escrow — without giving up wallet custody.</a:t>
            </a:r>
          </a:p>
        </p:txBody>
      </p:sp>
    </p:spTree>
    <p:extLst>
      <p:ext uri="{BB962C8B-B14F-4D97-AF65-F5344CB8AC3E}">
        <p14:creationId xmlns:p14="http://schemas.microsoft.com/office/powerpoint/2010/main" val="20519202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90FA1DF-A3C5-439D-8B63-767A5872E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A wallet address is not an invoice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7C9041-E31B-40EA-9E09-6A434BBC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2865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2008CE-DF10-472C-BDD9-79ADD1A1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81250"/>
            <a:ext cx="3524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No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0D4859-DD39-4215-B1EC-013DFAD8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90875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Amount, purpose and order details live outside the payment.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583B6C-6DD6-4C30-AEA5-3521CE4CA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381250"/>
            <a:ext cx="3524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No condition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ABE81C-95E2-44B9-9423-49952DEE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90875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Payment cannot wait for delivery or enforce a refund window.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3EE38E-8128-43B7-83DB-C464D85A8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81250"/>
            <a:ext cx="3524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More trust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6501BC-7E30-407C-90FE-0B06FD1A0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90875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Custodial platforms add accounts, approvals and key-management risk.</a:t>
            </a:r>
          </a:p>
        </p:txBody>
      </p:sp>
    </p:spTree>
    <p:extLst>
      <p:ext uri="{BB962C8B-B14F-4D97-AF65-F5344CB8AC3E}">
        <p14:creationId xmlns:p14="http://schemas.microsoft.com/office/powerpoint/2010/main" val="1969273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DA6DEE-A205-40B6-B404-F59A61DB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One link carries payment context and settlement rules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D0BBB6-3FEE-4B30-966E-A96AD5D3C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2865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C02743-A12B-4864-9D64-7EC08168A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7110D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257644-C2AE-4B5B-92A6-87B3BA22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857500"/>
            <a:ext cx="590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F3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DFFB41-7A2C-4D21-B779-6E29DB1ED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623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Create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069944-8573-4532-94C6-E20D923D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3815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Recipient, amount, note and mode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BCE90-FC06-412D-B4EB-283EE157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590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F3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C29BEB-C93D-4374-A14F-CB29991C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623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Fund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0B9180-D7B9-4EF8-ABEB-BBC697AE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815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Wallet signs native USDC on Arc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4B715C-6EAC-44ED-A6D7-289F8D8E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5905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F3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9297F5-9C34-4453-82B9-FC83C0C7D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62375"/>
            <a:ext cx="314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Settle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F97E90-B4C5-429D-82AE-B160951C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381500"/>
            <a:ext cx="3048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Release after delivery or refund at expiry</a:t>
            </a:r>
          </a:p>
        </p:txBody>
      </p:sp>
    </p:spTree>
    <p:extLst>
      <p:ext uri="{BB962C8B-B14F-4D97-AF65-F5344CB8AC3E}">
        <p14:creationId xmlns:p14="http://schemas.microsoft.com/office/powerpoint/2010/main" val="11400280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A5964D-DDAD-46F7-913E-12406B26A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Arc makes the payment and the program share one currency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026CA3-D690-4639-AE44-EA78D2B8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2865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B753AC-8348-4C6E-87FA-863E44DD9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28575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Browser wallet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10E6B9-EFA3-4273-8257-366B3616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38375"/>
            <a:ext cx="28575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FF3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Arc Paylink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389924-4FF9-4DE7-AC13-4A802D64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238375"/>
            <a:ext cx="28575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Escrow contract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3AB61E-9FFC-4B97-92E2-E3DC180E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Signs every transaction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791F01-1B3F-401D-BE9A-C8E63900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005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Encodes invoice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7986F0-29B2-4E18-AD93-DACE876F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0005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Holds native USDC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118639-1473-41D8-AA23-0BA3D521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429250"/>
            <a:ext cx="7429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USDC is both the settlement asset and Arc’s native gas token.</a:t>
            </a:r>
          </a:p>
        </p:txBody>
      </p:sp>
    </p:spTree>
    <p:extLst>
      <p:ext uri="{BB962C8B-B14F-4D97-AF65-F5344CB8AC3E}">
        <p14:creationId xmlns:p14="http://schemas.microsoft.com/office/powerpoint/2010/main" val="12897431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E8065F-B7C7-48B4-9893-07FDCD26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3375"/>
            <a:ext cx="1104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The MVP is live and independently verifiable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C299B3-8D8F-4416-9613-973CBAB3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2865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CE5B8F-E398-4327-9C4B-338607F40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0"/>
            <a:ext cx="35242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LIVE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1FDA34-A9C8-453D-A144-DDBD51B1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386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Public HTTPS app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536C1C-36D4-4F56-8D1B-5AACB065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857500"/>
            <a:ext cx="35242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OPEN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D90468-207B-47D9-94E0-1EF7B905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2386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GitHub source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2B30E6-C541-4977-B704-656D6D3E4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57500"/>
            <a:ext cx="35242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ONCHAIN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CEA12E-DDBB-47DF-B3EF-D366D14B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238625"/>
            <a:ext cx="304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Fund + release proven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10F05C-B991-478E-AFA5-BE934C5B8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Contract  0xcc5a…6c4d  •  Arc Testnet</a:t>
            </a:r>
          </a:p>
        </p:txBody>
      </p:sp>
    </p:spTree>
    <p:extLst>
      <p:ext uri="{BB962C8B-B14F-4D97-AF65-F5344CB8AC3E}">
        <p14:creationId xmlns:p14="http://schemas.microsoft.com/office/powerpoint/2010/main" val="173202631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C8FF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1052D4-C1C6-4F83-8FF6-43FEFCF3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190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NEXT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37997E-0974-4AC6-AA92-46B77477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71625"/>
            <a:ext cx="10477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Make protected USDC settlement</a:t>
            </a:r>
          </a:p>
          <a:p xmlns:a="http://schemas.openxmlformats.org/drawingml/2006/main">
            <a:pPr>
              <a:defRPr sz="51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as easy to share as a link.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7644BD-9CF9-4C0A-B13B-66BE712D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05375"/>
            <a:ext cx="723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Live  13-212-95-171.sslip.io</a:t>
            </a:r>
          </a:p>
          <a:p xmlns:a="http://schemas.openxmlformats.org/drawingml/2006/main">
            <a:pPr>
              <a:defRPr sz="18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7110D"/>
                </a:solidFill>
                <a:latin typeface="Helvetica Neue"/>
                <a:ea typeface="Helvetica Neue"/>
                <a:cs typeface="Helvetica Neue"/>
              </a:rPr>
              <a:t>Source  github.com/chendafu2573/arc-paylink</a:t>
            </a:r>
          </a:p>
        </p:txBody>
      </p:sp>
    </p:spTree>
    <p:extLst>
      <p:ext uri="{BB962C8B-B14F-4D97-AF65-F5344CB8AC3E}">
        <p14:creationId xmlns:p14="http://schemas.microsoft.com/office/powerpoint/2010/main" val="2844255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2026-07-14T19:41:32.8830000Z</dcterms:created>
  <dcterms:modified xsi:type="dcterms:W3CDTF">2026-07-14T19:41:32.8830000Z</dcterms:modified>
</coreProperties>
</file>